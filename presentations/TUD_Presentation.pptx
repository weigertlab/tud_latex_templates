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41" r:id="rId2"/>
  </p:sldMasterIdLst>
  <p:notesMasterIdLst>
    <p:notesMasterId r:id="rId8"/>
  </p:notesMasterIdLst>
  <p:handoutMasterIdLst>
    <p:handoutMasterId r:id="rId9"/>
  </p:handoutMasterIdLst>
  <p:sldIdLst>
    <p:sldId id="288" r:id="rId3"/>
    <p:sldId id="283" r:id="rId4"/>
    <p:sldId id="269" r:id="rId5"/>
    <p:sldId id="296" r:id="rId6"/>
    <p:sldId id="297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7B2"/>
    <a:srgbClr val="00008C"/>
    <a:srgbClr val="0A777F"/>
    <a:srgbClr val="FFB9FF"/>
    <a:srgbClr val="323F4B"/>
    <a:srgbClr val="FFFFFF"/>
    <a:srgbClr val="000000"/>
    <a:srgbClr val="00005A"/>
    <a:srgbClr val="97C6FF"/>
    <a:srgbClr val="C8C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8" autoAdjust="0"/>
    <p:restoredTop sz="95137" autoAdjust="0"/>
  </p:normalViewPr>
  <p:slideViewPr>
    <p:cSldViewPr snapToGrid="0" showGuides="1">
      <p:cViewPr>
        <p:scale>
          <a:sx n="86" d="100"/>
          <a:sy n="86" d="100"/>
        </p:scale>
        <p:origin x="848" y="108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8403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84260DF-C685-4FF6-A43E-7F93FB3E64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78901AA-A65C-4D7D-B03E-B88B42C819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67984-F0B9-4D31-A8F6-8AF021B9C2EF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3CA3E7-8995-4D33-854F-35DAE52EA9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1351F65-D033-4BD6-A4AB-E115D806FB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32D436-8D5A-47CC-AED7-9827D8D39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422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960CC-0992-4111-87D3-C02B03B2EA6C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EEB764-55E2-4077-8C7A-EB9EFE714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63365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UD Standard_20 p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AE24BA-B819-4480-B7C5-BEEF871BD6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Title Font Size 32pt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EAB754-52DE-483E-9141-006ADE49988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Master text format Font size 20pt (Can be enlarged to 24pt, minimum font size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The font sizes were tested in the following rooms</a:t>
            </a:r>
          </a:p>
          <a:p>
            <a:pPr lvl="0"/>
            <a:r>
              <a:rPr lang="en-US" dirty="0"/>
              <a:t>HSZ </a:t>
            </a:r>
            <a:r>
              <a:rPr lang="en-US" dirty="0" err="1"/>
              <a:t>Audimax</a:t>
            </a:r>
            <a:endParaRPr lang="en-US" dirty="0"/>
          </a:p>
          <a:p>
            <a:pPr lvl="0"/>
            <a:r>
              <a:rPr lang="en-US" dirty="0"/>
              <a:t>HSZ Lecture Hall 3</a:t>
            </a:r>
          </a:p>
          <a:p>
            <a:pPr lvl="0"/>
            <a:r>
              <a:rPr lang="en-US" dirty="0"/>
              <a:t>HSZ Small Seminar Room</a:t>
            </a:r>
          </a:p>
          <a:p>
            <a:pPr lvl="0"/>
            <a:r>
              <a:rPr lang="en-US" dirty="0"/>
              <a:t>In all three rooms, 20 and 24 </a:t>
            </a:r>
            <a:r>
              <a:rPr lang="en-US" dirty="0" err="1"/>
              <a:t>pt</a:t>
            </a:r>
            <a:r>
              <a:rPr lang="en-US" dirty="0"/>
              <a:t> are easily legible. In the seminar room, 16 </a:t>
            </a:r>
            <a:r>
              <a:rPr lang="en-US" dirty="0" err="1"/>
              <a:t>pt</a:t>
            </a:r>
            <a:r>
              <a:rPr lang="en-US" dirty="0"/>
              <a:t> is borderline small.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6E97365-2970-48C5-8643-B05B104BD1F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7140575" y="6057900"/>
            <a:ext cx="4441825" cy="3952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Space </a:t>
            </a:r>
            <a:r>
              <a:rPr lang="de-DE" dirty="0" err="1">
                <a:solidFill>
                  <a:srgbClr val="BC1589"/>
                </a:solidFill>
              </a:rPr>
              <a:t>for</a:t>
            </a:r>
            <a:r>
              <a:rPr lang="de-DE" dirty="0">
                <a:solidFill>
                  <a:srgbClr val="BC1589"/>
                </a:solidFill>
              </a:rPr>
              <a:t> </a:t>
            </a:r>
            <a:r>
              <a:rPr lang="de-DE" dirty="0" err="1">
                <a:solidFill>
                  <a:srgbClr val="BC1589"/>
                </a:solidFill>
              </a:rPr>
              <a:t>Sublogos</a:t>
            </a:r>
            <a:r>
              <a:rPr lang="de-DE" dirty="0">
                <a:solidFill>
                  <a:srgbClr val="BC1589"/>
                </a:solidFill>
              </a:rPr>
              <a:t>/Partnerlogos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71FF40-B767-4E15-B8F5-6DAC252E9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052513"/>
            <a:ext cx="12192000" cy="684212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07D106F-3835-4287-88EB-AAAD315A8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42000"/>
            <a:ext cx="12192000" cy="215900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325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058" y="0"/>
            <a:ext cx="12192000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87645A5-8081-48C3-B5F8-643B270F4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AE3C1A-CB2F-4CD1-90ED-300793FB0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FD2337E2-6B3B-430B-8F0C-236691AFA7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6156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B33AC041-1A6E-42F5-81A2-02C98A0F2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rgbClr val="00008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DA15133A-699F-4D35-8F40-4E67A2D2C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rgbClr val="00008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5D02FEA-00EB-4082-A807-B206A826D4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7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693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8C2EC5D-CAE6-4D0D-876A-759A0D2C36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4560104"/>
            <a:ext cx="7250113" cy="12818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094696"/>
            <a:ext cx="7250113" cy="11239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EC26066-137F-4859-8099-2F31E34E4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0BB3D9F-AF8C-4C2F-B077-D938DE2318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381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A579EDF-77CB-4860-8B94-3DF47A80CB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609850"/>
            <a:ext cx="7250113" cy="301544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6"/>
            <a:ext cx="7250113" cy="5397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EC26066-137F-4859-8099-2F31E34E4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AA2FB78-0AF9-4EEB-8A9F-A77E5338D42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302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8C2EC5D-CAE6-4D0D-876A-759A0D2C36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488013"/>
            <a:ext cx="7250113" cy="3137283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390651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EC26066-137F-4859-8099-2F31E34E4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63E8AEE-3DA8-472F-8B1A-3A820068902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026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8C2EC5D-CAE6-4D0D-876A-759A0D2C36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1" y="2800350"/>
            <a:ext cx="6315074" cy="2449174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41089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EC26066-137F-4859-8099-2F31E34E4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4CD1646-9F35-48E4-B53A-B7F14BF831C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954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4CFE8FF-710D-4BD6-BF09-5899F316B5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962400"/>
            <a:ext cx="10972800" cy="1662895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237490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EDF80472-EDBA-4F61-808F-F1F3B41F7D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570DCD0-E6EA-44EA-9430-8B5F09F461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76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4CFE8FF-710D-4BD6-BF09-5899F316B5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EDF80472-EDBA-4F61-808F-F1F3B41F7D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CA9DE8E-A0CB-4D77-8F74-56986AA0519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35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4CFE8FF-710D-4BD6-BF09-5899F316B5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EDF80472-EDBA-4F61-808F-F1F3B41F7D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09FFF47-3918-4170-B0D6-73DBEE7ED8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650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mit Bild_in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455023C-E286-4137-97BF-103515D643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43400" y="-2729833"/>
            <a:ext cx="8487697" cy="8933116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660C67F-FED1-4A52-8BB6-681602854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479E72A-70A9-4EE1-A77B-8E907C4A2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085D84F3-0188-409A-9BD3-30A16A8588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02D7A049-74B6-4E5A-B313-91410EE5FB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608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660C67F-FED1-4A52-8BB6-681602854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479E72A-70A9-4EE1-A77B-8E907C4A2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BBB40F93-65D6-4149-B050-3391578239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62475" y="-1"/>
            <a:ext cx="11220449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30C08A1F-7110-46BF-80E3-5D4C853782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6223625-2A81-4A1E-8B84-8573576C84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9797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mit_Bild_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9666" y="-23814"/>
            <a:ext cx="8836004" cy="694097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" fmla="*/ 0 w 12192000"/>
              <a:gd name="connsiteY0" fmla="*/ 0 h 6858000"/>
              <a:gd name="connsiteX1" fmla="*/ 7251700 w 12192000"/>
              <a:gd name="connsiteY1" fmla="*/ 1270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" fmla="*/ 0 w 7785100"/>
              <a:gd name="connsiteY0" fmla="*/ 0 h 6858000"/>
              <a:gd name="connsiteX1" fmla="*/ 7251700 w 7785100"/>
              <a:gd name="connsiteY1" fmla="*/ 12700 h 6858000"/>
              <a:gd name="connsiteX2" fmla="*/ 7785100 w 7785100"/>
              <a:gd name="connsiteY2" fmla="*/ 6832600 h 6858000"/>
              <a:gd name="connsiteX3" fmla="*/ 0 w 7785100"/>
              <a:gd name="connsiteY3" fmla="*/ 6858000 h 6858000"/>
              <a:gd name="connsiteX4" fmla="*/ 0 w 7785100"/>
              <a:gd name="connsiteY4" fmla="*/ 0 h 6858000"/>
              <a:gd name="connsiteX0" fmla="*/ 0 w 8682083"/>
              <a:gd name="connsiteY0" fmla="*/ 0 h 6858000"/>
              <a:gd name="connsiteX1" fmla="*/ 8148683 w 8682083"/>
              <a:gd name="connsiteY1" fmla="*/ 12700 h 6858000"/>
              <a:gd name="connsiteX2" fmla="*/ 8682083 w 8682083"/>
              <a:gd name="connsiteY2" fmla="*/ 6832600 h 6858000"/>
              <a:gd name="connsiteX3" fmla="*/ 896983 w 8682083"/>
              <a:gd name="connsiteY3" fmla="*/ 6858000 h 6858000"/>
              <a:gd name="connsiteX4" fmla="*/ 0 w 8682083"/>
              <a:gd name="connsiteY4" fmla="*/ 0 h 6858000"/>
              <a:gd name="connsiteX0" fmla="*/ 26126 w 8708209"/>
              <a:gd name="connsiteY0" fmla="*/ 0 h 6840583"/>
              <a:gd name="connsiteX1" fmla="*/ 8174809 w 8708209"/>
              <a:gd name="connsiteY1" fmla="*/ 12700 h 6840583"/>
              <a:gd name="connsiteX2" fmla="*/ 8708209 w 8708209"/>
              <a:gd name="connsiteY2" fmla="*/ 6832600 h 6840583"/>
              <a:gd name="connsiteX3" fmla="*/ 0 w 8708209"/>
              <a:gd name="connsiteY3" fmla="*/ 6840583 h 6840583"/>
              <a:gd name="connsiteX4" fmla="*/ 26126 w 8708209"/>
              <a:gd name="connsiteY4" fmla="*/ 0 h 6840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08209" h="6840583">
                <a:moveTo>
                  <a:pt x="26126" y="0"/>
                </a:moveTo>
                <a:lnTo>
                  <a:pt x="8174809" y="12700"/>
                </a:lnTo>
                <a:lnTo>
                  <a:pt x="8708209" y="6832600"/>
                </a:lnTo>
                <a:lnTo>
                  <a:pt x="0" y="6840583"/>
                </a:lnTo>
                <a:cubicBezTo>
                  <a:pt x="8709" y="4560389"/>
                  <a:pt x="17417" y="2280194"/>
                  <a:pt x="2612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  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660C67F-FED1-4A52-8BB6-681602854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3429000"/>
            <a:ext cx="6530975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479E72A-70A9-4EE1-A77B-8E907C4A2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" y="1736725"/>
            <a:ext cx="6315075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BBB40F93-65D6-4149-B050-3391578239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54875" y="-1"/>
            <a:ext cx="4937125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30C08A1F-7110-46BF-80E3-5D4C853782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6530975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C6BBA25-4168-4DB3-8E6F-DB91BB57DC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2899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AE24BA-B819-4480-B7C5-BEEF871BD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EAB754-52DE-483E-9141-006ADE499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36725"/>
            <a:ext cx="10972801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5632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05E3CC9-E682-422B-B7B9-2A2A3E01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518822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404813"/>
            <a:ext cx="5881141" cy="647700"/>
          </a:xfrm>
          <a:prstGeom prst="rect">
            <a:avLst/>
          </a:prstGeom>
        </p:spPr>
        <p:txBody>
          <a:bodyPr/>
          <a:lstStyle>
            <a:lvl1pPr>
              <a:defRPr>
                <a:latin typeface="Futura Medium" panose="020B0602020204020303" pitchFamily="34" charset="-79"/>
                <a:cs typeface="Futura Medium" panose="020B0602020204020303" pitchFamily="34" charset="-79"/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C2538BF5-19DF-4B5C-80A3-4548339C13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03951" y="404813"/>
            <a:ext cx="5378450" cy="52197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0BE6F2D-5EC5-4864-A9A0-FC3ECA391A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2380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3399" y="1736725"/>
            <a:ext cx="3516313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75613" y="1736724"/>
            <a:ext cx="3506787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35066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404814"/>
            <a:ext cx="3506788" cy="27550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CBECC23C-3AC7-4872-8833-394650436F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3506788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280716C9-98F3-44C3-A27D-E96BE6D11A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3399" y="404814"/>
            <a:ext cx="3516313" cy="27550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FEFC7CA1-8B2C-4227-AB03-708CA25B752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43399" y="3429000"/>
            <a:ext cx="3516313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3CF89BD5-C523-4AD3-9AF6-B6AABF612D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2925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75613" y="404813"/>
            <a:ext cx="3506787" cy="27550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6FE31676-EF83-4ECE-8009-0FC4D5A7187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75613" y="3429000"/>
            <a:ext cx="3506787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A4BDBAA4-F784-4AF6-8050-D275CB31D1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5612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0324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736725"/>
            <a:ext cx="2606675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5663" y="1736725"/>
            <a:ext cx="2592387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1736724"/>
            <a:ext cx="2592388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6651BA5-A3F0-4102-8AB5-302B2F2EFD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75725" y="1736724"/>
            <a:ext cx="2606675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7182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404813"/>
            <a:ext cx="2606675" cy="273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6F1AB9C3-872C-41DD-AAFB-12824DBEE8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599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E9E05B2F-0577-47C9-8146-C4868416C57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624513"/>
            <a:ext cx="2606674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5663" y="404813"/>
            <a:ext cx="2592387" cy="273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9EF6DC9D-F43A-4B05-BC55-F3417C310F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5663" y="3429000"/>
            <a:ext cx="2592387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9C69ADDD-319E-4394-8BC9-FC045CE072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95663" y="5624513"/>
            <a:ext cx="2592387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404812"/>
            <a:ext cx="2592388" cy="273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D28AB6FB-FFC3-4AE6-90AB-D58E7C728BA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49" y="3429000"/>
            <a:ext cx="2592388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4" name="Textplatzhalter 6">
            <a:extLst>
              <a:ext uri="{FF2B5EF4-FFF2-40B4-BE49-F238E27FC236}">
                <a16:creationId xmlns:a16="http://schemas.microsoft.com/office/drawing/2014/main" id="{744C123A-AE63-4AD9-ACB1-ADF4103150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6651BA5-A3F0-4102-8AB5-302B2F2EFD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75725" y="404812"/>
            <a:ext cx="2606675" cy="273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F80E9119-D6F6-4FA2-9F16-025406D0F8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75725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5" name="Textplatzhalter 6">
            <a:extLst>
              <a:ext uri="{FF2B5EF4-FFF2-40B4-BE49-F238E27FC236}">
                <a16:creationId xmlns:a16="http://schemas.microsoft.com/office/drawing/2014/main" id="{55313796-962D-4CF1-AC12-A82B83090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90012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6663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7D54C4-ACE0-4B7B-B43C-B80F732EA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>
            <a:lvl1pPr>
              <a:defRPr>
                <a:latin typeface="Futura Medium" panose="020B0602020204020303" pitchFamily="34" charset="-79"/>
                <a:cs typeface="Futura Medium" panose="020B0602020204020303" pitchFamily="34" charset="-79"/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18165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4271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07AA28B-E0BB-4588-9126-08A9723C34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9D899A4-C882-4DED-9C15-ACC467479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5D0AE451-788D-480F-872A-9EB3DCE41B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6057900"/>
            <a:ext cx="5378450" cy="44158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0536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E8E0BB2C-E559-4653-B5DF-A9A6B0D2EC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48956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41738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3CC3083-A26C-4FFF-ABB9-A52A975CA5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88050" y="0"/>
            <a:ext cx="62039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508875" cy="6858000"/>
          </a:xfrm>
          <a:custGeom>
            <a:avLst/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" fmla="*/ 0 w 6924675"/>
              <a:gd name="connsiteY0" fmla="*/ 0 h 6858000"/>
              <a:gd name="connsiteX1" fmla="*/ 568642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" fmla="*/ 0 w 6924675"/>
              <a:gd name="connsiteY0" fmla="*/ 0 h 6858000"/>
              <a:gd name="connsiteX1" fmla="*/ 628332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" fmla="*/ 0 w 7508875"/>
              <a:gd name="connsiteY0" fmla="*/ 0 h 6858000"/>
              <a:gd name="connsiteX1" fmla="*/ 6283325 w 7508875"/>
              <a:gd name="connsiteY1" fmla="*/ 0 h 6858000"/>
              <a:gd name="connsiteX2" fmla="*/ 7508875 w 7508875"/>
              <a:gd name="connsiteY2" fmla="*/ 6858000 h 6858000"/>
              <a:gd name="connsiteX3" fmla="*/ 0 w 7508875"/>
              <a:gd name="connsiteY3" fmla="*/ 6858000 h 6858000"/>
              <a:gd name="connsiteX4" fmla="*/ 0 w 750887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8875" h="6858000">
                <a:moveTo>
                  <a:pt x="0" y="0"/>
                </a:moveTo>
                <a:lnTo>
                  <a:pt x="6283325" y="0"/>
                </a:lnTo>
                <a:lnTo>
                  <a:pt x="75088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5378450" cy="2268539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3141662"/>
            <a:ext cx="5378450" cy="2700338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967086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6D9D1B83-BB64-4D87-85E3-7B792A9EDE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43400" y="-2537398"/>
            <a:ext cx="13780478" cy="14516845"/>
          </a:xfrm>
          <a:custGeom>
            <a:avLst/>
            <a:gdLst>
              <a:gd name="connsiteX0" fmla="*/ 6162192 w 13780478"/>
              <a:gd name="connsiteY0" fmla="*/ 0 h 14516845"/>
              <a:gd name="connsiteX1" fmla="*/ 12500658 w 13780478"/>
              <a:gd name="connsiteY1" fmla="*/ 0 h 14516845"/>
              <a:gd name="connsiteX2" fmla="*/ 13780478 w 13780478"/>
              <a:gd name="connsiteY2" fmla="*/ 7258316 h 14516845"/>
              <a:gd name="connsiteX3" fmla="*/ 7258530 w 13780478"/>
              <a:gd name="connsiteY3" fmla="*/ 7258316 h 14516845"/>
              <a:gd name="connsiteX4" fmla="*/ 0 w 13780478"/>
              <a:gd name="connsiteY4" fmla="*/ 14516845 h 14516845"/>
              <a:gd name="connsiteX5" fmla="*/ 212 w 13780478"/>
              <a:gd name="connsiteY5" fmla="*/ 6162191 h 1451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80478" h="14516845">
                <a:moveTo>
                  <a:pt x="6162192" y="0"/>
                </a:moveTo>
                <a:lnTo>
                  <a:pt x="12500658" y="0"/>
                </a:lnTo>
                <a:lnTo>
                  <a:pt x="13780478" y="7258316"/>
                </a:lnTo>
                <a:lnTo>
                  <a:pt x="7258530" y="7258316"/>
                </a:lnTo>
                <a:lnTo>
                  <a:pt x="0" y="14516845"/>
                </a:lnTo>
                <a:lnTo>
                  <a:pt x="212" y="6162191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5378450" cy="863601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3141662"/>
            <a:ext cx="3506788" cy="270033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95084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Farb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599" y="2461846"/>
            <a:ext cx="3506789" cy="1254492"/>
          </a:xfrm>
          <a:prstGeom prst="rect">
            <a:avLst/>
          </a:prstGeom>
        </p:spPr>
        <p:txBody>
          <a:bodyPr anchor="t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26D725AF-5383-4E5D-A2D3-3FABBEC0B6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768456" y="-9550923"/>
            <a:ext cx="13977778" cy="25385171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0753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">
            <a:extLst>
              <a:ext uri="{FF2B5EF4-FFF2-40B4-BE49-F238E27FC236}">
                <a16:creationId xmlns:a16="http://schemas.microsoft.com/office/drawing/2014/main" id="{2664A485-C158-4BFC-B46D-7201DF28B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600" b="0" i="1" kern="1200" dirty="0">
                <a:solidFill>
                  <a:srgbClr val="00008C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26026BCD-A072-422C-AB4B-2FA548C4F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1161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79737FE-1C79-470F-BA5B-0406C5992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7061B13-C907-4A87-B55A-8284A73D5D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200" i="1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26026BCD-A072-422C-AB4B-2FA548C4F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A048EAF-9787-48D5-83DB-543645FD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655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itat_Farb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E4E10E8-4BB9-460B-9BDB-62195F7C8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0C75E21A-6BBF-4B32-A70F-301838EEE2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537845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26026BCD-A072-422C-AB4B-2FA548C4F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624512"/>
            <a:ext cx="5378450" cy="433387"/>
          </a:xfrm>
        </p:spPr>
        <p:txBody>
          <a:bodyPr anchor="b" anchorCtr="0"/>
          <a:lstStyle>
            <a:lvl1pPr>
              <a:defRPr sz="1400" i="0">
                <a:solidFill>
                  <a:schemeClr val="bg1"/>
                </a:solidFill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5A73340-69A4-498B-8B80-80BE3D077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2EB2E58B-9728-4374-A113-BCFD69F635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5598" y="-4693921"/>
            <a:ext cx="10770898" cy="19561127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5307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ischenseite_variabel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B1607CC-7926-42F8-A9D4-9EB30CCC4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4874240" y="-12652884"/>
            <a:ext cx="44978353" cy="3180865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09599" y="3440610"/>
            <a:ext cx="6530975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609599" y="4675049"/>
            <a:ext cx="6530975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D72FC72-0865-4AAF-8322-C3045B84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4430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03FB50-6373-4EEB-AE2A-E41E5293A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7056120"/>
            <a:ext cx="23070503" cy="2307050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997200"/>
            <a:ext cx="10972800" cy="719138"/>
          </a:xfrm>
          <a:prstGeom prst="rect">
            <a:avLst/>
          </a:prstGeom>
        </p:spPr>
        <p:txBody>
          <a:bodyPr tIns="0"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1" y="4297679"/>
            <a:ext cx="10972800" cy="1544321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79017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03FB50-6373-4EEB-AE2A-E41E5293A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158240" y="-6925627"/>
            <a:ext cx="14660880" cy="1466088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D88D79D-95E0-48C6-B019-1226D5FFE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1F6757A7-BF21-40B3-87C7-F536EB125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52513"/>
            <a:ext cx="109728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8A27A73C-FDCC-408D-8A9B-5EBAC19162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10972800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4937325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369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" name="Grafik 7">
            <a:extLst>
              <a:ext uri="{FF2B5EF4-FFF2-40B4-BE49-F238E27FC236}">
                <a16:creationId xmlns:a16="http://schemas.microsoft.com/office/drawing/2014/main" id="{ACAEB40F-408E-4739-B8F1-87C3D3468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-5498743" y="-5465484"/>
            <a:ext cx="17788812" cy="17788968"/>
            <a:chOff x="-14264640" y="-3715061"/>
            <a:chExt cx="22488583" cy="22488781"/>
          </a:xfrm>
          <a:solidFill>
            <a:schemeClr val="accent2"/>
          </a:solidFill>
        </p:grpSpPr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A195269A-E3C2-4E88-93E3-F49E631252D9}"/>
                </a:ext>
              </a:extLst>
            </p:cNvPr>
            <p:cNvSpPr/>
            <p:nvPr/>
          </p:nvSpPr>
          <p:spPr>
            <a:xfrm>
              <a:off x="-7293192" y="-3715061"/>
              <a:ext cx="15517136" cy="14730115"/>
            </a:xfrm>
            <a:custGeom>
              <a:avLst/>
              <a:gdLst>
                <a:gd name="connsiteX0" fmla="*/ 15517137 w 15517136"/>
                <a:gd name="connsiteY0" fmla="*/ 13362007 h 14730115"/>
                <a:gd name="connsiteX1" fmla="*/ 7758668 w 15517136"/>
                <a:gd name="connsiteY1" fmla="*/ 14730115 h 14730115"/>
                <a:gd name="connsiteX2" fmla="*/ 7758668 w 15517136"/>
                <a:gd name="connsiteY2" fmla="*/ 7758667 h 14730115"/>
                <a:gd name="connsiteX3" fmla="*/ 0 w 15517136"/>
                <a:gd name="connsiteY3" fmla="*/ 0 h 14730115"/>
                <a:gd name="connsiteX4" fmla="*/ 8930316 w 15517136"/>
                <a:gd name="connsiteY4" fmla="*/ 198 h 14730115"/>
                <a:gd name="connsiteX5" fmla="*/ 15517137 w 15517136"/>
                <a:gd name="connsiteY5" fmla="*/ 6586821 h 14730115"/>
                <a:gd name="connsiteX6" fmla="*/ 15517137 w 15517136"/>
                <a:gd name="connsiteY6" fmla="*/ 13362007 h 14730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517136" h="14730115">
                  <a:moveTo>
                    <a:pt x="15517137" y="13362007"/>
                  </a:moveTo>
                  <a:lnTo>
                    <a:pt x="7758668" y="14730115"/>
                  </a:lnTo>
                  <a:lnTo>
                    <a:pt x="7758668" y="7758667"/>
                  </a:lnTo>
                  <a:lnTo>
                    <a:pt x="0" y="0"/>
                  </a:lnTo>
                  <a:lnTo>
                    <a:pt x="8930316" y="198"/>
                  </a:lnTo>
                  <a:lnTo>
                    <a:pt x="15517137" y="6586821"/>
                  </a:lnTo>
                  <a:lnTo>
                    <a:pt x="15517137" y="13362007"/>
                  </a:lnTo>
                  <a:close/>
                </a:path>
              </a:pathLst>
            </a:custGeom>
            <a:grpFill/>
            <a:ln w="197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1539E4E4-5E00-4985-8757-11EFDE979DB4}"/>
                </a:ext>
              </a:extLst>
            </p:cNvPr>
            <p:cNvSpPr/>
            <p:nvPr/>
          </p:nvSpPr>
          <p:spPr>
            <a:xfrm>
              <a:off x="-14264640" y="4043604"/>
              <a:ext cx="15517334" cy="14730114"/>
            </a:xfrm>
            <a:custGeom>
              <a:avLst/>
              <a:gdLst>
                <a:gd name="connsiteX0" fmla="*/ 0 w 15517334"/>
                <a:gd name="connsiteY0" fmla="*/ 1368109 h 14730114"/>
                <a:gd name="connsiteX1" fmla="*/ 7758470 w 15517334"/>
                <a:gd name="connsiteY1" fmla="*/ 0 h 14730114"/>
                <a:gd name="connsiteX2" fmla="*/ 7758470 w 15517334"/>
                <a:gd name="connsiteY2" fmla="*/ 6971449 h 14730114"/>
                <a:gd name="connsiteX3" fmla="*/ 15517335 w 15517334"/>
                <a:gd name="connsiteY3" fmla="*/ 14730115 h 14730114"/>
                <a:gd name="connsiteX4" fmla="*/ 6586822 w 15517334"/>
                <a:gd name="connsiteY4" fmla="*/ 14730115 h 14730114"/>
                <a:gd name="connsiteX5" fmla="*/ 0 w 15517334"/>
                <a:gd name="connsiteY5" fmla="*/ 8143294 h 14730114"/>
                <a:gd name="connsiteX6" fmla="*/ 0 w 15517334"/>
                <a:gd name="connsiteY6" fmla="*/ 1368109 h 1473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517334" h="14730114">
                  <a:moveTo>
                    <a:pt x="0" y="1368109"/>
                  </a:moveTo>
                  <a:lnTo>
                    <a:pt x="7758470" y="0"/>
                  </a:lnTo>
                  <a:lnTo>
                    <a:pt x="7758470" y="6971449"/>
                  </a:lnTo>
                  <a:lnTo>
                    <a:pt x="15517335" y="14730115"/>
                  </a:lnTo>
                  <a:lnTo>
                    <a:pt x="6586822" y="14730115"/>
                  </a:lnTo>
                  <a:lnTo>
                    <a:pt x="0" y="8143294"/>
                  </a:lnTo>
                  <a:lnTo>
                    <a:pt x="0" y="1368109"/>
                  </a:lnTo>
                  <a:close/>
                </a:path>
              </a:pathLst>
            </a:custGeom>
            <a:grpFill/>
            <a:ln w="197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09599" y="1052513"/>
            <a:ext cx="7250113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609599" y="2286952"/>
            <a:ext cx="7250113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965121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B1607CC-7926-42F8-A9D4-9EB30CCC4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4874240" y="-12475330"/>
            <a:ext cx="44978353" cy="3180865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09600" y="1052513"/>
            <a:ext cx="4441826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609600" y="2286952"/>
            <a:ext cx="4441826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D72FC72-0865-4AAF-8322-C3045B84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0039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26BB01A-29ED-4144-A31A-DD51B5606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3445953" y="-7589795"/>
            <a:ext cx="39323474" cy="233685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052513"/>
            <a:ext cx="53340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5334000" cy="108965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C077647-9C5F-4C27-93BC-289003A54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5642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AAA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A585B0F-EAE3-4972-B2DD-61B691A3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3568399" y="-22289839"/>
            <a:ext cx="37239647" cy="53967254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53F19BAF-18FD-44C8-85CA-F8853215C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52513"/>
            <a:ext cx="109728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7CA3D32E-E2F8-4C0E-AF41-451C832967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10972800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DA0901FF-14F3-43C6-9205-4A412557C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294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" name="Grafik 4">
            <a:extLst>
              <a:ext uri="{FF2B5EF4-FFF2-40B4-BE49-F238E27FC236}">
                <a16:creationId xmlns:a16="http://schemas.microsoft.com/office/drawing/2014/main" id="{A51BB048-E53C-4DE3-8C62-730079490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405658" y="3429000"/>
            <a:ext cx="9915402" cy="9915509"/>
            <a:chOff x="-2484427" y="3470322"/>
            <a:chExt cx="9915402" cy="9915509"/>
          </a:xfrm>
          <a:solidFill>
            <a:schemeClr val="accent3"/>
          </a:solidFill>
        </p:grpSpPr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4475BEB6-FCB8-40A6-992C-15267C413092}"/>
                </a:ext>
              </a:extLst>
            </p:cNvPr>
            <p:cNvSpPr/>
            <p:nvPr/>
          </p:nvSpPr>
          <p:spPr>
            <a:xfrm>
              <a:off x="589282" y="3470322"/>
              <a:ext cx="6841692" cy="6494555"/>
            </a:xfrm>
            <a:custGeom>
              <a:avLst/>
              <a:gdLst>
                <a:gd name="connsiteX0" fmla="*/ 6841692 w 6841692"/>
                <a:gd name="connsiteY0" fmla="*/ 5891446 h 6494555"/>
                <a:gd name="connsiteX1" fmla="*/ 3420846 w 6841692"/>
                <a:gd name="connsiteY1" fmla="*/ 6494556 h 6494555"/>
                <a:gd name="connsiteX2" fmla="*/ 3420846 w 6841692"/>
                <a:gd name="connsiteY2" fmla="*/ 3420846 h 6494555"/>
                <a:gd name="connsiteX3" fmla="*/ 0 w 6841692"/>
                <a:gd name="connsiteY3" fmla="*/ 0 h 6494555"/>
                <a:gd name="connsiteX4" fmla="*/ 3937465 w 6841692"/>
                <a:gd name="connsiteY4" fmla="*/ 0 h 6494555"/>
                <a:gd name="connsiteX5" fmla="*/ 6841692 w 6841692"/>
                <a:gd name="connsiteY5" fmla="*/ 2904228 h 6494555"/>
                <a:gd name="connsiteX6" fmla="*/ 6841692 w 6841692"/>
                <a:gd name="connsiteY6" fmla="*/ 5891446 h 649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41692" h="6494555">
                  <a:moveTo>
                    <a:pt x="6841692" y="5891446"/>
                  </a:moveTo>
                  <a:lnTo>
                    <a:pt x="3420846" y="6494556"/>
                  </a:lnTo>
                  <a:lnTo>
                    <a:pt x="3420846" y="3420846"/>
                  </a:lnTo>
                  <a:lnTo>
                    <a:pt x="0" y="0"/>
                  </a:lnTo>
                  <a:lnTo>
                    <a:pt x="3937465" y="0"/>
                  </a:lnTo>
                  <a:lnTo>
                    <a:pt x="6841692" y="2904228"/>
                  </a:lnTo>
                  <a:lnTo>
                    <a:pt x="6841692" y="5891446"/>
                  </a:lnTo>
                  <a:close/>
                </a:path>
              </a:pathLst>
            </a:custGeom>
            <a:solidFill>
              <a:schemeClr val="accent3"/>
            </a:solidFill>
            <a:ln w="106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C47C0860-510A-4C5F-B203-5FDD86EEE07A}"/>
                </a:ext>
              </a:extLst>
            </p:cNvPr>
            <p:cNvSpPr/>
            <p:nvPr/>
          </p:nvSpPr>
          <p:spPr>
            <a:xfrm>
              <a:off x="-2484427" y="6891168"/>
              <a:ext cx="6841692" cy="6494663"/>
            </a:xfrm>
            <a:custGeom>
              <a:avLst/>
              <a:gdLst>
                <a:gd name="connsiteX0" fmla="*/ 0 w 6841692"/>
                <a:gd name="connsiteY0" fmla="*/ 603218 h 6494663"/>
                <a:gd name="connsiteX1" fmla="*/ 3420846 w 6841692"/>
                <a:gd name="connsiteY1" fmla="*/ 0 h 6494663"/>
                <a:gd name="connsiteX2" fmla="*/ 3420846 w 6841692"/>
                <a:gd name="connsiteY2" fmla="*/ 3073710 h 6494663"/>
                <a:gd name="connsiteX3" fmla="*/ 6841692 w 6841692"/>
                <a:gd name="connsiteY3" fmla="*/ 6494664 h 6494663"/>
                <a:gd name="connsiteX4" fmla="*/ 2904228 w 6841692"/>
                <a:gd name="connsiteY4" fmla="*/ 6494557 h 6494663"/>
                <a:gd name="connsiteX5" fmla="*/ 0 w 6841692"/>
                <a:gd name="connsiteY5" fmla="*/ 3590435 h 6494663"/>
                <a:gd name="connsiteX6" fmla="*/ 0 w 6841692"/>
                <a:gd name="connsiteY6" fmla="*/ 603218 h 6494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41692" h="6494663">
                  <a:moveTo>
                    <a:pt x="0" y="603218"/>
                  </a:moveTo>
                  <a:lnTo>
                    <a:pt x="3420846" y="0"/>
                  </a:lnTo>
                  <a:lnTo>
                    <a:pt x="3420846" y="3073710"/>
                  </a:lnTo>
                  <a:lnTo>
                    <a:pt x="6841692" y="6494664"/>
                  </a:lnTo>
                  <a:lnTo>
                    <a:pt x="2904228" y="6494557"/>
                  </a:lnTo>
                  <a:lnTo>
                    <a:pt x="0" y="3590435"/>
                  </a:lnTo>
                  <a:lnTo>
                    <a:pt x="0" y="603218"/>
                  </a:lnTo>
                  <a:close/>
                </a:path>
              </a:pathLst>
            </a:custGeom>
            <a:solidFill>
              <a:schemeClr val="accent3"/>
            </a:solidFill>
            <a:ln w="106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11" name="Grafik 4">
            <a:extLst>
              <a:ext uri="{FF2B5EF4-FFF2-40B4-BE49-F238E27FC236}">
                <a16:creationId xmlns:a16="http://schemas.microsoft.com/office/drawing/2014/main" id="{AC7591D8-FDEB-4C73-944D-E60A52CF4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434200" y="-4200743"/>
            <a:ext cx="9915402" cy="9915508"/>
            <a:chOff x="5985122" y="-4829851"/>
            <a:chExt cx="9915402" cy="9915508"/>
          </a:xfrm>
          <a:solidFill>
            <a:schemeClr val="accent3"/>
          </a:solidFill>
        </p:grpSpPr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64C8AED8-93EF-4043-AC9A-480B77A155E6}"/>
                </a:ext>
              </a:extLst>
            </p:cNvPr>
            <p:cNvSpPr/>
            <p:nvPr/>
          </p:nvSpPr>
          <p:spPr>
            <a:xfrm>
              <a:off x="9058832" y="-4829851"/>
              <a:ext cx="6841692" cy="6494662"/>
            </a:xfrm>
            <a:custGeom>
              <a:avLst/>
              <a:gdLst>
                <a:gd name="connsiteX0" fmla="*/ 6841693 w 6841692"/>
                <a:gd name="connsiteY0" fmla="*/ 5891446 h 6494662"/>
                <a:gd name="connsiteX1" fmla="*/ 3420847 w 6841692"/>
                <a:gd name="connsiteY1" fmla="*/ 6494662 h 6494662"/>
                <a:gd name="connsiteX2" fmla="*/ 3420847 w 6841692"/>
                <a:gd name="connsiteY2" fmla="*/ 3420846 h 6494662"/>
                <a:gd name="connsiteX3" fmla="*/ 0 w 6841692"/>
                <a:gd name="connsiteY3" fmla="*/ 0 h 6494662"/>
                <a:gd name="connsiteX4" fmla="*/ 3937465 w 6841692"/>
                <a:gd name="connsiteY4" fmla="*/ 0 h 6494662"/>
                <a:gd name="connsiteX5" fmla="*/ 6841693 w 6841692"/>
                <a:gd name="connsiteY5" fmla="*/ 2904228 h 6494662"/>
                <a:gd name="connsiteX6" fmla="*/ 6841693 w 6841692"/>
                <a:gd name="connsiteY6" fmla="*/ 5891446 h 649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41692" h="6494662">
                  <a:moveTo>
                    <a:pt x="6841693" y="5891446"/>
                  </a:moveTo>
                  <a:lnTo>
                    <a:pt x="3420847" y="6494662"/>
                  </a:lnTo>
                  <a:lnTo>
                    <a:pt x="3420847" y="3420846"/>
                  </a:lnTo>
                  <a:lnTo>
                    <a:pt x="0" y="0"/>
                  </a:lnTo>
                  <a:lnTo>
                    <a:pt x="3937465" y="0"/>
                  </a:lnTo>
                  <a:lnTo>
                    <a:pt x="6841693" y="2904228"/>
                  </a:lnTo>
                  <a:lnTo>
                    <a:pt x="6841693" y="5891446"/>
                  </a:lnTo>
                  <a:close/>
                </a:path>
              </a:pathLst>
            </a:custGeom>
            <a:solidFill>
              <a:schemeClr val="accent3"/>
            </a:solidFill>
            <a:ln w="106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28412912-C92B-4464-8198-3BDF02EAE82E}"/>
                </a:ext>
              </a:extLst>
            </p:cNvPr>
            <p:cNvSpPr/>
            <p:nvPr/>
          </p:nvSpPr>
          <p:spPr>
            <a:xfrm>
              <a:off x="5985122" y="-1409004"/>
              <a:ext cx="6841692" cy="6494662"/>
            </a:xfrm>
            <a:custGeom>
              <a:avLst/>
              <a:gdLst>
                <a:gd name="connsiteX0" fmla="*/ 0 w 6841692"/>
                <a:gd name="connsiteY0" fmla="*/ 603217 h 6494662"/>
                <a:gd name="connsiteX1" fmla="*/ 3420740 w 6841692"/>
                <a:gd name="connsiteY1" fmla="*/ 0 h 6494662"/>
                <a:gd name="connsiteX2" fmla="*/ 3420740 w 6841692"/>
                <a:gd name="connsiteY2" fmla="*/ 3073816 h 6494662"/>
                <a:gd name="connsiteX3" fmla="*/ 6841692 w 6841692"/>
                <a:gd name="connsiteY3" fmla="*/ 6494663 h 6494662"/>
                <a:gd name="connsiteX4" fmla="*/ 2904121 w 6841692"/>
                <a:gd name="connsiteY4" fmla="*/ 6494556 h 6494662"/>
                <a:gd name="connsiteX5" fmla="*/ 0 w 6841692"/>
                <a:gd name="connsiteY5" fmla="*/ 3590434 h 6494662"/>
                <a:gd name="connsiteX6" fmla="*/ 0 w 6841692"/>
                <a:gd name="connsiteY6" fmla="*/ 603217 h 649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41692" h="6494662">
                  <a:moveTo>
                    <a:pt x="0" y="603217"/>
                  </a:moveTo>
                  <a:lnTo>
                    <a:pt x="3420740" y="0"/>
                  </a:lnTo>
                  <a:lnTo>
                    <a:pt x="3420740" y="3073816"/>
                  </a:lnTo>
                  <a:lnTo>
                    <a:pt x="6841692" y="6494663"/>
                  </a:lnTo>
                  <a:lnTo>
                    <a:pt x="2904121" y="6494556"/>
                  </a:lnTo>
                  <a:lnTo>
                    <a:pt x="0" y="3590434"/>
                  </a:lnTo>
                  <a:lnTo>
                    <a:pt x="0" y="603217"/>
                  </a:lnTo>
                  <a:close/>
                </a:path>
              </a:pathLst>
            </a:custGeom>
            <a:solidFill>
              <a:schemeClr val="accent3"/>
            </a:solidFill>
            <a:ln w="106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5"/>
            <a:ext cx="10972800" cy="914400"/>
          </a:xfrm>
          <a:prstGeom prst="rect">
            <a:avLst/>
          </a:prstGeom>
        </p:spPr>
        <p:txBody>
          <a:bodyPr tIns="0"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107565"/>
            <a:ext cx="10972800" cy="87376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B482217-35C6-4CEB-93C1-665A456C9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1879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D9BDB7B-ED04-48F9-A597-5D65D94A3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-4760594" y="-4145914"/>
            <a:ext cx="17099914" cy="17099914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EC26066-137F-4859-8099-2F31E34E4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FF630E8-9373-4EFC-B319-CC95639689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17287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ariabel + Bil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1974DA36-F6FF-4071-9FE9-C71612DFE91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9AD44A7-FBE6-494B-B2A9-85542E1AE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-2633468" y="-5918273"/>
            <a:ext cx="18354113" cy="18354113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B2B44DCF-A510-4A00-82ED-05FBF8B59ED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44032" y="5698966"/>
            <a:ext cx="5599112" cy="286068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E0CC449-6DDB-4715-834C-ECB2095FD3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39804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ariabel + Bild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1974DA36-F6FF-4071-9FE9-C71612DFE91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ED2FBAC-C92F-4FEA-8170-E94EC94CC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3500000">
            <a:off x="-4681402" y="-7532589"/>
            <a:ext cx="21582744" cy="21582744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FFB4AAEC-A7C5-4365-B424-8E68D40435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8926" y="6177280"/>
            <a:ext cx="5581650" cy="316548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59EFC63-16F9-496A-8F9F-AF0906F2A2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6576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ariabel + Bild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752599"/>
            <a:ext cx="4441825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4459102"/>
            <a:ext cx="4441824" cy="138289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7B07D508-A251-41EA-8DE7-63892057591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267325" y="0"/>
            <a:ext cx="10255588" cy="6858000"/>
          </a:xfrm>
          <a:custGeom>
            <a:avLst/>
            <a:gdLst>
              <a:gd name="connsiteX0" fmla="*/ 0 w 10255588"/>
              <a:gd name="connsiteY0" fmla="*/ 0 h 6858000"/>
              <a:gd name="connsiteX1" fmla="*/ 10255588 w 10255588"/>
              <a:gd name="connsiteY1" fmla="*/ 0 h 6858000"/>
              <a:gd name="connsiteX2" fmla="*/ 10255588 w 10255588"/>
              <a:gd name="connsiteY2" fmla="*/ 6858000 h 6858000"/>
              <a:gd name="connsiteX3" fmla="*/ 1215823 w 102555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55588" h="6858000">
                <a:moveTo>
                  <a:pt x="0" y="0"/>
                </a:moveTo>
                <a:lnTo>
                  <a:pt x="10255588" y="0"/>
                </a:lnTo>
                <a:lnTo>
                  <a:pt x="10255588" y="6858000"/>
                </a:lnTo>
                <a:lnTo>
                  <a:pt x="1215823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5365122-AA94-4D9A-8BDB-BC7E3297FD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96338" y="6057900"/>
            <a:ext cx="2786062" cy="43592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14459DE-3E5C-4415-8528-F81C7AE44F4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165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>
            <a:extLst>
              <a:ext uri="{FF2B5EF4-FFF2-40B4-BE49-F238E27FC236}">
                <a16:creationId xmlns:a16="http://schemas.microsoft.com/office/drawing/2014/main" id="{A5CE2D21-B81F-483B-9FE8-AF317984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6FA640-4158-403C-98E2-E7FCEBC5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F0A8DA4-796C-4D83-A511-7E33ECC1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34848" y="6558300"/>
            <a:ext cx="514349" cy="16470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F5E54477-AC5B-4EB3-AE9F-0854A752BD2F}"/>
              </a:ext>
            </a:extLst>
          </p:cNvPr>
          <p:cNvSpPr txBox="1"/>
          <p:nvPr userDrawn="1"/>
        </p:nvSpPr>
        <p:spPr>
          <a:xfrm>
            <a:off x="1184173" y="654811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Towards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General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Artifical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Intelligence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• Jane Doe • Slide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215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705" r:id="rId3"/>
    <p:sldLayoutId id="2147483780" r:id="rId4"/>
    <p:sldLayoutId id="2147483781" r:id="rId5"/>
    <p:sldLayoutId id="2147483782" r:id="rId6"/>
    <p:sldLayoutId id="2147483783" r:id="rId7"/>
    <p:sldLayoutId id="2147483776" r:id="rId8"/>
    <p:sldLayoutId id="2147483784" r:id="rId9"/>
    <p:sldLayoutId id="2147483785" r:id="rId10"/>
    <p:sldLayoutId id="2147483769" r:id="rId11"/>
    <p:sldLayoutId id="2147483778" r:id="rId12"/>
    <p:sldLayoutId id="2147483779" r:id="rId13"/>
    <p:sldLayoutId id="2147483710" r:id="rId14"/>
    <p:sldLayoutId id="2147483652" r:id="rId15"/>
    <p:sldLayoutId id="2147483709" r:id="rId16"/>
    <p:sldLayoutId id="2147483656" r:id="rId17"/>
    <p:sldLayoutId id="2147483665" r:id="rId18"/>
    <p:sldLayoutId id="2147483657" r:id="rId19"/>
    <p:sldLayoutId id="2147483666" r:id="rId20"/>
    <p:sldLayoutId id="2147483654" r:id="rId21"/>
    <p:sldLayoutId id="2147483655" r:id="rId22"/>
    <p:sldLayoutId id="2147483694" r:id="rId23"/>
    <p:sldLayoutId id="2147483695" r:id="rId24"/>
    <p:sldLayoutId id="2147483696" r:id="rId25"/>
    <p:sldLayoutId id="2147483777" r:id="rId26"/>
    <p:sldLayoutId id="2147483771" r:id="rId27"/>
    <p:sldLayoutId id="2147483772" r:id="rId28"/>
    <p:sldLayoutId id="2147483773" r:id="rId29"/>
    <p:sldLayoutId id="2147483775" r:id="rId30"/>
    <p:sldLayoutId id="2147483774" r:id="rId31"/>
    <p:sldLayoutId id="2147483790" r:id="rId3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3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5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846" userDrawn="1">
          <p15:clr>
            <a:srgbClr val="F26B43"/>
          </p15:clr>
        </p15:guide>
        <p15:guide id="6" pos="982" userDrawn="1">
          <p15:clr>
            <a:srgbClr val="F26B43"/>
          </p15:clr>
        </p15:guide>
        <p15:guide id="7" pos="1436" userDrawn="1">
          <p15:clr>
            <a:srgbClr val="F26B43"/>
          </p15:clr>
        </p15:guide>
        <p15:guide id="8" pos="1560" userDrawn="1">
          <p15:clr>
            <a:srgbClr val="F26B43"/>
          </p15:clr>
        </p15:guide>
        <p15:guide id="9" pos="2026" userDrawn="1">
          <p15:clr>
            <a:srgbClr val="F26B43"/>
          </p15:clr>
        </p15:guide>
        <p15:guide id="10" pos="2139" userDrawn="1">
          <p15:clr>
            <a:srgbClr val="F26B43"/>
          </p15:clr>
        </p15:guide>
        <p15:guide id="11" pos="2593" userDrawn="1">
          <p15:clr>
            <a:srgbClr val="F26B43"/>
          </p15:clr>
        </p15:guide>
        <p15:guide id="12" pos="2736" userDrawn="1">
          <p15:clr>
            <a:srgbClr val="F26B43"/>
          </p15:clr>
        </p15:guide>
        <p15:guide id="13" pos="3182" userDrawn="1">
          <p15:clr>
            <a:srgbClr val="F26B43"/>
          </p15:clr>
        </p15:guide>
        <p15:guide id="14" pos="3318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62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51" userDrawn="1">
          <p15:clr>
            <a:srgbClr val="F26B43"/>
          </p15:clr>
        </p15:guide>
        <p15:guide id="20" pos="5087" userDrawn="1">
          <p15:clr>
            <a:srgbClr val="F26B43"/>
          </p15:clr>
        </p15:guide>
        <p15:guide id="21" pos="5541" userDrawn="1">
          <p15:clr>
            <a:srgbClr val="F26B43"/>
          </p15:clr>
        </p15:guide>
        <p15:guide id="22" pos="5654" userDrawn="1">
          <p15:clr>
            <a:srgbClr val="F26B43"/>
          </p15:clr>
        </p15:guide>
        <p15:guide id="23" pos="6120" userDrawn="1">
          <p15:clr>
            <a:srgbClr val="F26B43"/>
          </p15:clr>
        </p15:guide>
        <p15:guide id="24" pos="6244" userDrawn="1">
          <p15:clr>
            <a:srgbClr val="F26B43"/>
          </p15:clr>
        </p15:guide>
        <p15:guide id="25" pos="6698" userDrawn="1">
          <p15:clr>
            <a:srgbClr val="F26B43"/>
          </p15:clr>
        </p15:guide>
        <p15:guide id="26" pos="6834" userDrawn="1">
          <p15:clr>
            <a:srgbClr val="F26B43"/>
          </p15:clr>
        </p15:guide>
        <p15:guide id="27" orient="horz" pos="2160" userDrawn="1">
          <p15:clr>
            <a:srgbClr val="F26B43"/>
          </p15:clr>
        </p15:guide>
        <p15:guide id="28" orient="horz" pos="4065" userDrawn="1">
          <p15:clr>
            <a:srgbClr val="F26B43"/>
          </p15:clr>
        </p15:guide>
        <p15:guide id="29" orient="horz" pos="3816" userDrawn="1">
          <p15:clr>
            <a:srgbClr val="F26B43"/>
          </p15:clr>
        </p15:guide>
        <p15:guide id="30" orient="horz" pos="663" userDrawn="1">
          <p15:clr>
            <a:srgbClr val="F26B43"/>
          </p15:clr>
        </p15:guide>
        <p15:guide id="31" orient="horz" pos="550" userDrawn="1">
          <p15:clr>
            <a:srgbClr val="F26B43"/>
          </p15:clr>
        </p15:guide>
        <p15:guide id="32" orient="horz" pos="2341" userDrawn="1">
          <p15:clr>
            <a:srgbClr val="F26B43"/>
          </p15:clr>
        </p15:guide>
        <p15:guide id="34" orient="horz" pos="3680" userDrawn="1">
          <p15:clr>
            <a:srgbClr val="F26B43"/>
          </p15:clr>
        </p15:guide>
        <p15:guide id="35" orient="horz" pos="1094" userDrawn="1">
          <p15:clr>
            <a:srgbClr val="F26B43"/>
          </p15:clr>
        </p15:guide>
        <p15:guide id="36" orient="horz" pos="3543" userDrawn="1">
          <p15:clr>
            <a:srgbClr val="F26B43"/>
          </p15:clr>
        </p15:guide>
        <p15:guide id="37" orient="horz" pos="197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>
            <a:extLst>
              <a:ext uri="{FF2B5EF4-FFF2-40B4-BE49-F238E27FC236}">
                <a16:creationId xmlns:a16="http://schemas.microsoft.com/office/drawing/2014/main" id="{A5CE2D21-B81F-483B-9FE8-AF317984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6FA640-4158-403C-98E2-E7FCEBC5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F0A8DA4-796C-4D83-A511-7E33ECC1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313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06" r:id="rId8"/>
    <p:sldLayoutId id="2147483767" r:id="rId9"/>
    <p:sldLayoutId id="2147483768" r:id="rId10"/>
    <p:sldLayoutId id="214748377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3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5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846" userDrawn="1">
          <p15:clr>
            <a:srgbClr val="F26B43"/>
          </p15:clr>
        </p15:guide>
        <p15:guide id="6" pos="982" userDrawn="1">
          <p15:clr>
            <a:srgbClr val="F26B43"/>
          </p15:clr>
        </p15:guide>
        <p15:guide id="7" pos="1436" userDrawn="1">
          <p15:clr>
            <a:srgbClr val="F26B43"/>
          </p15:clr>
        </p15:guide>
        <p15:guide id="8" pos="1560" userDrawn="1">
          <p15:clr>
            <a:srgbClr val="F26B43"/>
          </p15:clr>
        </p15:guide>
        <p15:guide id="9" pos="2026" userDrawn="1">
          <p15:clr>
            <a:srgbClr val="F26B43"/>
          </p15:clr>
        </p15:guide>
        <p15:guide id="10" pos="2139" userDrawn="1">
          <p15:clr>
            <a:srgbClr val="F26B43"/>
          </p15:clr>
        </p15:guide>
        <p15:guide id="11" pos="2593" userDrawn="1">
          <p15:clr>
            <a:srgbClr val="F26B43"/>
          </p15:clr>
        </p15:guide>
        <p15:guide id="12" pos="2736" userDrawn="1">
          <p15:clr>
            <a:srgbClr val="F26B43"/>
          </p15:clr>
        </p15:guide>
        <p15:guide id="13" pos="3182" userDrawn="1">
          <p15:clr>
            <a:srgbClr val="F26B43"/>
          </p15:clr>
        </p15:guide>
        <p15:guide id="14" pos="3318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62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51" userDrawn="1">
          <p15:clr>
            <a:srgbClr val="F26B43"/>
          </p15:clr>
        </p15:guide>
        <p15:guide id="20" pos="5087" userDrawn="1">
          <p15:clr>
            <a:srgbClr val="F26B43"/>
          </p15:clr>
        </p15:guide>
        <p15:guide id="21" pos="5541" userDrawn="1">
          <p15:clr>
            <a:srgbClr val="F26B43"/>
          </p15:clr>
        </p15:guide>
        <p15:guide id="22" pos="5654" userDrawn="1">
          <p15:clr>
            <a:srgbClr val="F26B43"/>
          </p15:clr>
        </p15:guide>
        <p15:guide id="23" pos="6120" userDrawn="1">
          <p15:clr>
            <a:srgbClr val="F26B43"/>
          </p15:clr>
        </p15:guide>
        <p15:guide id="24" pos="6244" userDrawn="1">
          <p15:clr>
            <a:srgbClr val="F26B43"/>
          </p15:clr>
        </p15:guide>
        <p15:guide id="25" pos="6698" userDrawn="1">
          <p15:clr>
            <a:srgbClr val="F26B43"/>
          </p15:clr>
        </p15:guide>
        <p15:guide id="26" pos="6834" userDrawn="1">
          <p15:clr>
            <a:srgbClr val="F26B43"/>
          </p15:clr>
        </p15:guide>
        <p15:guide id="27" orient="horz" pos="2160" userDrawn="1">
          <p15:clr>
            <a:srgbClr val="F26B43"/>
          </p15:clr>
        </p15:guide>
        <p15:guide id="28" orient="horz" pos="4065" userDrawn="1">
          <p15:clr>
            <a:srgbClr val="F26B43"/>
          </p15:clr>
        </p15:guide>
        <p15:guide id="29" orient="horz" pos="3816" userDrawn="1">
          <p15:clr>
            <a:srgbClr val="F26B43"/>
          </p15:clr>
        </p15:guide>
        <p15:guide id="30" orient="horz" pos="663" userDrawn="1">
          <p15:clr>
            <a:srgbClr val="F26B43"/>
          </p15:clr>
        </p15:guide>
        <p15:guide id="31" orient="horz" pos="550" userDrawn="1">
          <p15:clr>
            <a:srgbClr val="F26B43"/>
          </p15:clr>
        </p15:guide>
        <p15:guide id="32" orient="horz" pos="2341" userDrawn="1">
          <p15:clr>
            <a:srgbClr val="F26B43"/>
          </p15:clr>
        </p15:guide>
        <p15:guide id="33" orient="horz" pos="1888" userDrawn="1">
          <p15:clr>
            <a:srgbClr val="F26B43"/>
          </p15:clr>
        </p15:guide>
        <p15:guide id="34" orient="horz" pos="3680" userDrawn="1">
          <p15:clr>
            <a:srgbClr val="F26B43"/>
          </p15:clr>
        </p15:guide>
        <p15:guide id="35" orient="horz" pos="109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92127-A6D4-4DE7-B042-2AE843D73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330852"/>
            <a:ext cx="10972800" cy="2196296"/>
          </a:xfrm>
        </p:spPr>
        <p:txBody>
          <a:bodyPr/>
          <a:lstStyle/>
          <a:p>
            <a:pPr algn="ctr"/>
            <a:r>
              <a:rPr lang="de-DE" dirty="0" err="1"/>
              <a:t>Towards</a:t>
            </a:r>
            <a:r>
              <a:rPr lang="de-DE" dirty="0"/>
              <a:t> General </a:t>
            </a:r>
            <a:r>
              <a:rPr lang="de-DE" dirty="0" err="1"/>
              <a:t>Artifical</a:t>
            </a:r>
            <a:r>
              <a:rPr lang="de-DE" dirty="0"/>
              <a:t> </a:t>
            </a:r>
            <a:r>
              <a:rPr lang="de-DE" dirty="0" err="1"/>
              <a:t>Intelligence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91F6330-C39B-4485-AD3C-BF8578A25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4124377"/>
            <a:ext cx="10972800" cy="1404937"/>
          </a:xfrm>
        </p:spPr>
        <p:txBody>
          <a:bodyPr/>
          <a:lstStyle/>
          <a:p>
            <a:pPr algn="ctr"/>
            <a:r>
              <a:rPr lang="en-US" dirty="0"/>
              <a:t>Jane Doe</a:t>
            </a:r>
          </a:p>
          <a:p>
            <a:pPr algn="ctr"/>
            <a:r>
              <a:rPr lang="en-US" dirty="0"/>
              <a:t>Master Presentation</a:t>
            </a:r>
          </a:p>
          <a:p>
            <a:pPr algn="ctr"/>
            <a:r>
              <a:rPr lang="en-US" dirty="0"/>
              <a:t>01.01.2026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48245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3E8F6C8-3424-434A-977D-2E381AC65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Introduction</a:t>
            </a:r>
            <a:endParaRPr lang="en-US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50483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CED5FB3-8332-4F4F-B270-4318C6A3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5378450" cy="647700"/>
          </a:xfrm>
        </p:spPr>
        <p:txBody>
          <a:bodyPr/>
          <a:lstStyle/>
          <a:p>
            <a:r>
              <a:rPr lang="de-DE" dirty="0"/>
              <a:t>Background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F2E3B78-94C3-457E-8B56-D385B83F63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</a:t>
            </a:r>
          </a:p>
          <a:p>
            <a:pPr lvl="1"/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</a:t>
            </a:r>
          </a:p>
          <a:p>
            <a:pPr lvl="2"/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</a:p>
          <a:p>
            <a:pPr lvl="2"/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</a:t>
            </a:r>
          </a:p>
          <a:p>
            <a:pPr lvl="2"/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</a:p>
        </p:txBody>
      </p:sp>
      <p:pic>
        <p:nvPicPr>
          <p:cNvPr id="42" name="Bildplatzhalter 41">
            <a:extLst>
              <a:ext uri="{FF2B5EF4-FFF2-40B4-BE49-F238E27FC236}">
                <a16:creationId xmlns:a16="http://schemas.microsoft.com/office/drawing/2014/main" id="{1355F838-E674-44A8-A8CE-10F48B80B35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99" r="11399"/>
          <a:stretch/>
        </p:blipFill>
        <p:spPr>
          <a:xfrm>
            <a:off x="6610662" y="1123371"/>
            <a:ext cx="4971738" cy="4824992"/>
          </a:xfrm>
        </p:spPr>
      </p:pic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3394754F-D707-467F-A1D8-D73DA5031C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0662" y="5861625"/>
            <a:ext cx="5378449" cy="433387"/>
          </a:xfrm>
        </p:spPr>
        <p:txBody>
          <a:bodyPr/>
          <a:lstStyle/>
          <a:p>
            <a:r>
              <a:rPr lang="de-DE" sz="1200" dirty="0"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rPr>
              <a:t>Caption and © Copyright</a:t>
            </a:r>
            <a:endParaRPr lang="en-US" sz="1200" dirty="0">
              <a:latin typeface="Noto Serif" panose="02020502060505020204" pitchFamily="18" charset="0"/>
              <a:ea typeface="Noto Serif" panose="02020502060505020204" pitchFamily="18" charset="0"/>
              <a:cs typeface="Noto Serif" panose="0202050206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983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0477C-E548-2C48-A566-9E11F616D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6974554-9500-BB8B-BBF0-24F547E7E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Futura Medium" panose="020B0602020204020303" pitchFamily="34" charset="-79"/>
                <a:cs typeface="Futura Medium" panose="020B0602020204020303" pitchFamily="34" charset="-79"/>
              </a:rPr>
              <a:t>Methods</a:t>
            </a:r>
            <a:endParaRPr lang="en-US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014365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7FD77-78A1-4C63-9F03-164582BB0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8574A4F-B542-2FA7-4DE7-0229A0D69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Results</a:t>
            </a:r>
            <a:endParaRPr lang="en-US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18437588"/>
      </p:ext>
    </p:extLst>
  </p:cSld>
  <p:clrMapOvr>
    <a:masterClrMapping/>
  </p:clrMapOvr>
</p:sld>
</file>

<file path=ppt/theme/theme1.xml><?xml version="1.0" encoding="utf-8"?>
<a:theme xmlns:a="http://schemas.openxmlformats.org/drawingml/2006/main" name="TUD Standard_20 pt">
  <a:themeElements>
    <a:clrScheme name="Farbset dunkel TUD CD">
      <a:dk1>
        <a:sysClr val="windowText" lastClr="000000"/>
      </a:dk1>
      <a:lt1>
        <a:sysClr val="window" lastClr="FFFFFF"/>
      </a:lt1>
      <a:dk2>
        <a:srgbClr val="00008C"/>
      </a:dk2>
      <a:lt2>
        <a:srgbClr val="FFFFFF"/>
      </a:lt2>
      <a:accent1>
        <a:srgbClr val="7369BE"/>
      </a:accent1>
      <a:accent2>
        <a:srgbClr val="BC1589"/>
      </a:accent2>
      <a:accent3>
        <a:srgbClr val="C85000"/>
      </a:accent3>
      <a:accent4>
        <a:srgbClr val="FFC700"/>
      </a:accent4>
      <a:accent5>
        <a:srgbClr val="2F57B2"/>
      </a:accent5>
      <a:accent6>
        <a:srgbClr val="0A777F"/>
      </a:accent6>
      <a:hlink>
        <a:srgbClr val="00008C"/>
      </a:hlink>
      <a:folHlink>
        <a:srgbClr val="00008C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6D947A15-A730-4584-A844-8B2F30F000CB}" vid="{18485E54-8ED4-47A9-ACF2-73424D9E83A4}"/>
    </a:ext>
  </a:extLst>
</a:theme>
</file>

<file path=ppt/theme/theme2.xml><?xml version="1.0" encoding="utf-8"?>
<a:theme xmlns:a="http://schemas.openxmlformats.org/drawingml/2006/main" name="Seiten mit Shape variabel">
  <a:themeElements>
    <a:clrScheme name="TUD_2025_Blau-Türkis">
      <a:dk1>
        <a:srgbClr val="000000"/>
      </a:dk1>
      <a:lt1>
        <a:sysClr val="window" lastClr="FFFFFF"/>
      </a:lt1>
      <a:dk2>
        <a:srgbClr val="566371"/>
      </a:dk2>
      <a:lt2>
        <a:srgbClr val="FFFFFF"/>
      </a:lt2>
      <a:accent1>
        <a:srgbClr val="00008C"/>
      </a:accent1>
      <a:accent2>
        <a:srgbClr val="97C6FF"/>
      </a:accent2>
      <a:accent3>
        <a:srgbClr val="2F57B2"/>
      </a:accent3>
      <a:accent4>
        <a:srgbClr val="00005A"/>
      </a:accent4>
      <a:accent5>
        <a:srgbClr val="0A777F"/>
      </a:accent5>
      <a:accent6>
        <a:srgbClr val="8CE6D7"/>
      </a:accent6>
      <a:hlink>
        <a:srgbClr val="00008C"/>
      </a:hlink>
      <a:folHlink>
        <a:srgbClr val="2F57B2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6D947A15-A730-4584-A844-8B2F30F000CB}" vid="{5E1DE321-F8B4-41F1-A5C4-0CFE840BF305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TUD Standard_20 pt</Template>
  <TotalTime>15</TotalTime>
  <Words>90</Words>
  <Application>Microsoft Macintosh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7" baseType="lpstr">
      <vt:lpstr>Arial</vt:lpstr>
      <vt:lpstr>Calibri</vt:lpstr>
      <vt:lpstr>FUTURA MEDIUM</vt:lpstr>
      <vt:lpstr>FUTURA MEDIUM</vt:lpstr>
      <vt:lpstr>Noto Sans</vt:lpstr>
      <vt:lpstr>Noto Sans Medium</vt:lpstr>
      <vt:lpstr>Noto Serif</vt:lpstr>
      <vt:lpstr>Noto Serif Light</vt:lpstr>
      <vt:lpstr>Open Sans</vt:lpstr>
      <vt:lpstr>Symbol</vt:lpstr>
      <vt:lpstr>TUD Standard_20 pt</vt:lpstr>
      <vt:lpstr>Seiten mit Shape variabel</vt:lpstr>
      <vt:lpstr>Towards General Artifical Intelligence</vt:lpstr>
      <vt:lpstr>Introduction</vt:lpstr>
      <vt:lpstr>Background</vt:lpstr>
      <vt:lpstr>Methods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Weigert, Martin</dc:creator>
  <cp:lastModifiedBy>Weigert, Martin</cp:lastModifiedBy>
  <cp:revision>1</cp:revision>
  <dcterms:created xsi:type="dcterms:W3CDTF">2026-08-20T22:22:37Z</dcterms:created>
  <dcterms:modified xsi:type="dcterms:W3CDTF">2026-08-20T22:38:20Z</dcterms:modified>
</cp:coreProperties>
</file>